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5441"/>
  </p:normalViewPr>
  <p:slideViewPr>
    <p:cSldViewPr snapToGrid="0">
      <p:cViewPr varScale="1">
        <p:scale>
          <a:sx n="108" d="100"/>
          <a:sy n="108" d="100"/>
        </p:scale>
        <p:origin x="52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A64FCC-A152-9540-B884-C6A22EF6F385}" type="datetimeFigureOut">
              <a:rPr kumimoji="1" lang="ko-KR" altLang="en-US" smtClean="0"/>
              <a:t>2026. 6. 13.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E2705D-5DFF-1345-A42A-BE38562CF9C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91461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E2705D-5DFF-1345-A42A-BE38562CF9CB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0874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6764C5-72CD-B208-4BA7-65E66A1245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7288FF3-EFA3-FAC9-39B2-356E864D75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13FDCD-0D32-1D47-FE05-E92ED5E1C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5E409-4ADD-C044-B570-127D4E0E8E3D}" type="datetimeFigureOut">
              <a:rPr kumimoji="1" lang="ko-KR" altLang="en-US" smtClean="0"/>
              <a:t>2026. 6. 13.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13C99B-995E-2C87-1B01-554A7454A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E06C66-FF44-BB7E-9A41-996B878EB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92DC1-773B-E745-9690-B5426BD9E42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11961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25A0B9-F36D-CE0A-976D-0B3FD66D3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ADB19B-D185-B172-E60D-0DE48628E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ACCC79-7165-C7EF-D81D-64981C42F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5E409-4ADD-C044-B570-127D4E0E8E3D}" type="datetimeFigureOut">
              <a:rPr kumimoji="1" lang="ko-KR" altLang="en-US" smtClean="0"/>
              <a:t>2026. 6. 13.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041EE2-E6F4-8AE1-3F23-7F843F2BD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C2B5FD-A7CD-9BD7-866D-5702FF1D9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92DC1-773B-E745-9690-B5426BD9E42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14993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D28887-DE75-26C8-B2F1-5F6E7193D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0CD7F8-4D00-2A5E-1B03-8E3BFAB35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05DD1A-F36F-984A-13CA-388E5C00D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5E409-4ADD-C044-B570-127D4E0E8E3D}" type="datetimeFigureOut">
              <a:rPr kumimoji="1" lang="ko-KR" altLang="en-US" smtClean="0"/>
              <a:t>2026. 6. 13.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D9CCF6-3D01-5652-89F7-5B421EEC1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03F5F9-A6D5-F55C-1DF1-EFFF05645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92DC1-773B-E745-9690-B5426BD9E42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06445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3E50C7-AADD-AB94-D68F-E473935F1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00FCF0-6B32-7BC7-3165-CEB61E9E69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91B7398-F23A-52EC-CA9C-D29092C67A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48E802-ACD8-2B1E-1B69-8FDD35156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5E409-4ADD-C044-B570-127D4E0E8E3D}" type="datetimeFigureOut">
              <a:rPr kumimoji="1" lang="ko-KR" altLang="en-US" smtClean="0"/>
              <a:t>2026. 6. 13.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55C073-E94C-ACA5-4751-9386B241D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92763FD-4855-4C47-D745-2E3446E48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92DC1-773B-E745-9690-B5426BD9E42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6507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C71D78-66DA-3A71-49EE-044478DC0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5A5414-3F43-63E8-EDBB-2028141AC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2FDBBF2-8F4A-EA9E-8FCC-76B06D54CF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01A255B-753A-FDAB-8D59-B88DEE6249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DA4544E-5D32-2C25-7C5D-AE3C5F6877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0B26ED7-3A18-5ED7-C414-998D231D3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5E409-4ADD-C044-B570-127D4E0E8E3D}" type="datetimeFigureOut">
              <a:rPr kumimoji="1" lang="ko-KR" altLang="en-US" smtClean="0"/>
              <a:t>2026. 6. 13.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347AC4A-1FA7-A523-E769-5AE00E84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75AB3A3-F797-8BDE-8CA0-3382151F0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92DC1-773B-E745-9690-B5426BD9E42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21954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EA4B6F-FDCF-F1A6-FA2C-4E00667A8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241FA1D-D01E-54F7-8F86-6B924F427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5E409-4ADD-C044-B570-127D4E0E8E3D}" type="datetimeFigureOut">
              <a:rPr kumimoji="1" lang="ko-KR" altLang="en-US" smtClean="0"/>
              <a:t>2026. 6. 13.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5A21226-2DA9-E7A2-9D5F-D5905E90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AED0D5-1515-7604-7153-E05B26643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92DC1-773B-E745-9690-B5426BD9E42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57022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F80B4C6-0BB9-E323-FDCB-158E37A66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5E409-4ADD-C044-B570-127D4E0E8E3D}" type="datetimeFigureOut">
              <a:rPr kumimoji="1" lang="ko-KR" altLang="en-US" smtClean="0"/>
              <a:t>2026. 6. 13.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A00EC75-EEB5-A5C3-BC8E-7C0E2C483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7F9A7B-DCBF-9234-D55D-5405B19C3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92DC1-773B-E745-9690-B5426BD9E42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92071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E9B2E0-F36E-5A20-F2A6-C51D885BD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3BB589-0772-B885-CE54-BA3DA4F06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CA7AA3-0248-A425-49E9-AE6C88160B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FAF5E5-D246-B020-2E7D-0E718FC27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5E409-4ADD-C044-B570-127D4E0E8E3D}" type="datetimeFigureOut">
              <a:rPr kumimoji="1" lang="ko-KR" altLang="en-US" smtClean="0"/>
              <a:t>2026. 6. 13.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8AF6FA-216D-98FC-02DE-0D9E51B4D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A3AA0F-23D8-8056-1CB0-FF8DEE370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92DC1-773B-E745-9690-B5426BD9E42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21434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10C10E-F30D-8DCE-908F-E0FDEAEC8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992E904-C3AF-2AAE-A7A6-8A6205EC5F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FE83A9F-615D-D762-D6D1-CC77535DA2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723D9F-AEAB-EEBE-DA17-4D6E40F48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5E409-4ADD-C044-B570-127D4E0E8E3D}" type="datetimeFigureOut">
              <a:rPr kumimoji="1" lang="ko-KR" altLang="en-US" smtClean="0"/>
              <a:t>2026. 6. 13.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15C2B6-1F3D-660C-D358-A5DF8C307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115F1A-C270-3DD9-7DAF-D6CCA9EFD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92DC1-773B-E745-9690-B5426BD9E42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4322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B397DA-6F9D-FDC4-99B4-CE7E8B79B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DD4D5CA-7DC2-CEAC-8AAF-3193430A7D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E75ADE-FCC7-E1F7-FA5F-04737422E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5E409-4ADD-C044-B570-127D4E0E8E3D}" type="datetimeFigureOut">
              <a:rPr kumimoji="1" lang="ko-KR" altLang="en-US" smtClean="0"/>
              <a:t>2026. 6. 13.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A9A739-492E-8E22-6B0C-3A2B1F19B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3474FD-251B-8A5E-AB6F-D70840599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92DC1-773B-E745-9690-B5426BD9E42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44994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A8CE602-269A-B32C-73B5-F83377CB2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DDFA812-D673-37D8-14D2-F2278A00B4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BD071E-0BFB-68DE-6D8B-A918A8DE9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5E409-4ADD-C044-B570-127D4E0E8E3D}" type="datetimeFigureOut">
              <a:rPr kumimoji="1" lang="ko-KR" altLang="en-US" smtClean="0"/>
              <a:t>2026. 6. 13.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696AB0-938C-8E8C-5125-01CDFB72A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4D44A4-2399-6D8F-0CD0-7E2F2C4C1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92DC1-773B-E745-9690-B5426BD9E42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9993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8DC4953-C58D-A491-44B6-1FB31DCE7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71E88D-384F-7685-6842-62069D8F7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BAACB1-A929-B900-3D25-0F2A8F9FD8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55E409-4ADD-C044-B570-127D4E0E8E3D}" type="datetimeFigureOut">
              <a:rPr kumimoji="1" lang="ko-KR" altLang="en-US" smtClean="0"/>
              <a:t>2026. 6. 13.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3D5CDF-667A-6C12-F260-D413C85976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A6F050-A9CB-E135-D13F-700A2CFB13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692DC1-773B-E745-9690-B5426BD9E42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14549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oonkyoo03/hanging-running-app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A463645-C9A5-F95E-D2F0-1FA377E75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04684" cy="685800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4C654EA-FB4C-3BF3-5493-1F33E947A169}"/>
              </a:ext>
            </a:extLst>
          </p:cNvPr>
          <p:cNvSpPr/>
          <p:nvPr/>
        </p:nvSpPr>
        <p:spPr>
          <a:xfrm>
            <a:off x="0" y="1778000"/>
            <a:ext cx="520700" cy="101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3DA2204-3476-B197-49B3-093D36A9AC2D}"/>
              </a:ext>
            </a:extLst>
          </p:cNvPr>
          <p:cNvSpPr/>
          <p:nvPr/>
        </p:nvSpPr>
        <p:spPr>
          <a:xfrm>
            <a:off x="4978400" y="5842000"/>
            <a:ext cx="2667000" cy="101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05848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07C69EF-D77C-F9F2-73CE-CB4E6655DF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9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91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854977D-1170-77AB-EB82-71E8B6A6B9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3785"/>
            <a:ext cx="12211794" cy="6951785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2EFFC3C-C2AE-C7A4-F6B4-2F3E997EB8EE}"/>
              </a:ext>
            </a:extLst>
          </p:cNvPr>
          <p:cNvSpPr/>
          <p:nvPr/>
        </p:nvSpPr>
        <p:spPr>
          <a:xfrm>
            <a:off x="4978400" y="5842000"/>
            <a:ext cx="2667000" cy="101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90387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99C45D6-C75A-FEA0-1E44-B165C9BEF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12"/>
            <a:ext cx="12192000" cy="6822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255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31341E4-ECAA-2381-C46F-9CFB70C8F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781"/>
            <a:ext cx="12196949" cy="6855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46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F20A2E3-212A-7E57-9EDC-8BC14C46D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7231"/>
            <a:ext cx="12192000" cy="6973995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81350495-1D09-ECB8-35DC-A6E96FA94DE0}"/>
              </a:ext>
            </a:extLst>
          </p:cNvPr>
          <p:cNvSpPr/>
          <p:nvPr/>
        </p:nvSpPr>
        <p:spPr>
          <a:xfrm>
            <a:off x="4978400" y="5842000"/>
            <a:ext cx="2667000" cy="101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85721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6E0EDE3-663F-52E3-4313-526DEDB8D7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1"/>
          <a:stretch>
            <a:fillRect/>
          </a:stretch>
        </p:blipFill>
        <p:spPr>
          <a:xfrm>
            <a:off x="0" y="-1"/>
            <a:ext cx="12192000" cy="6908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65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6F14159-BA4C-02EE-020A-C732C3FEA7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5" b="1482"/>
          <a:stretch>
            <a:fillRect/>
          </a:stretch>
        </p:blipFill>
        <p:spPr>
          <a:xfrm>
            <a:off x="-1" y="0"/>
            <a:ext cx="122488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688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C85F908-386E-F62D-3F7C-7FFD081755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29"/>
          <a:stretch>
            <a:fillRect/>
          </a:stretch>
        </p:blipFill>
        <p:spPr>
          <a:xfrm>
            <a:off x="0" y="8329"/>
            <a:ext cx="12192000" cy="6849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949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ED7C23D-A8A6-7987-0C40-6808E3F09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596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61610E12-9E49-04F0-076E-AFCFDE8DE0AB}"/>
              </a:ext>
            </a:extLst>
          </p:cNvPr>
          <p:cNvSpPr/>
          <p:nvPr/>
        </p:nvSpPr>
        <p:spPr>
          <a:xfrm>
            <a:off x="4978400" y="5842000"/>
            <a:ext cx="2667000" cy="101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00296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A4A113E-5EDD-5619-77E7-38F6D58A3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" y="0"/>
            <a:ext cx="121766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473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2FACFBB-232C-4148-74BD-5ACA447F2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76651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3287D99C-3098-1D72-E887-DB3FAD3EFF4B}"/>
              </a:ext>
            </a:extLst>
          </p:cNvPr>
          <p:cNvSpPr/>
          <p:nvPr/>
        </p:nvSpPr>
        <p:spPr>
          <a:xfrm>
            <a:off x="1270000" y="2204720"/>
            <a:ext cx="274320" cy="2641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BBE4151-1248-A90E-F71D-8B2963A2BE98}"/>
              </a:ext>
            </a:extLst>
          </p:cNvPr>
          <p:cNvSpPr/>
          <p:nvPr/>
        </p:nvSpPr>
        <p:spPr>
          <a:xfrm>
            <a:off x="4785360" y="2204720"/>
            <a:ext cx="274320" cy="2641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613A008-5B03-A048-FAD9-6A256A6BF4B9}"/>
              </a:ext>
            </a:extLst>
          </p:cNvPr>
          <p:cNvSpPr/>
          <p:nvPr/>
        </p:nvSpPr>
        <p:spPr>
          <a:xfrm>
            <a:off x="8270240" y="2204720"/>
            <a:ext cx="274320" cy="2641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213425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C5A49D1-A30A-42F7-C02A-67AC87CA7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46B84114-61BC-9344-8FA4-59CDD49D26BC}"/>
              </a:ext>
            </a:extLst>
          </p:cNvPr>
          <p:cNvSpPr/>
          <p:nvPr/>
        </p:nvSpPr>
        <p:spPr>
          <a:xfrm>
            <a:off x="4978400" y="5842000"/>
            <a:ext cx="2667000" cy="101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59813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hlinkClick r:id="rId2"/>
            <a:extLst>
              <a:ext uri="{FF2B5EF4-FFF2-40B4-BE49-F238E27FC236}">
                <a16:creationId xmlns:a16="http://schemas.microsoft.com/office/drawing/2014/main" id="{4C1E4260-6874-3627-9330-A4C36263704E}"/>
              </a:ext>
            </a:extLst>
          </p:cNvPr>
          <p:cNvSpPr txBox="1"/>
          <p:nvPr/>
        </p:nvSpPr>
        <p:spPr>
          <a:xfrm>
            <a:off x="742568" y="571437"/>
            <a:ext cx="83420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af-ZA" altLang="ko-Kore-KR" dirty="0" err="1"/>
              <a:t>Github</a:t>
            </a:r>
            <a:r>
              <a:rPr lang="af-ZA" altLang="ko-Kore-KR" dirty="0"/>
              <a:t> </a:t>
            </a:r>
            <a:r>
              <a:rPr lang="ko-KR" altLang="en-US" dirty="0"/>
              <a:t>링크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af-ZA" altLang="ko-Kore-KR" dirty="0">
                <a:hlinkClick r:id="rId2"/>
              </a:rPr>
              <a:t>https://github.com/moonkyoo03/hanging-running-app</a:t>
            </a:r>
            <a:endParaRPr lang="af-ZA" altLang="ko-Kore-KR" dirty="0"/>
          </a:p>
          <a:p>
            <a:endParaRPr lang="af-ZA" altLang="en-US" dirty="0"/>
          </a:p>
          <a:p>
            <a:r>
              <a:rPr lang="ko-KR" altLang="en-US" dirty="0"/>
              <a:t>* </a:t>
            </a:r>
            <a:r>
              <a:rPr lang="en-US" altLang="ko-KR" dirty="0" err="1"/>
              <a:t>vf</a:t>
            </a:r>
            <a:r>
              <a:rPr lang="en-US" altLang="ko-KR" dirty="0"/>
              <a:t> </a:t>
            </a:r>
            <a:r>
              <a:rPr lang="ko-KR" altLang="en-US" dirty="0"/>
              <a:t>파일이 최종본입니다</a:t>
            </a:r>
            <a:r>
              <a:rPr lang="en-US" altLang="ko-KR" dirty="0"/>
              <a:t>.</a:t>
            </a:r>
            <a:endParaRPr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14284016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18</Words>
  <Application>Microsoft Macintosh PowerPoint</Application>
  <PresentationFormat>와이드스크린</PresentationFormat>
  <Paragraphs>4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이문규</dc:creator>
  <cp:lastModifiedBy>이문규</cp:lastModifiedBy>
  <cp:revision>3</cp:revision>
  <dcterms:created xsi:type="dcterms:W3CDTF">2026-06-06T11:11:00Z</dcterms:created>
  <dcterms:modified xsi:type="dcterms:W3CDTF">2026-06-13T08:13:20Z</dcterms:modified>
</cp:coreProperties>
</file>